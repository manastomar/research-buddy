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68880" y="731520"/>
            <a:ext cx="5852160" cy="5486400"/>
          </a:xfrm>
          <a:prstGeom prst="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0" y="777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D4D8"/>
                </a:solidFill>
              </a:defRPr>
            </a:pPr>
            <a:r>
              <a:t>Research Buddy System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1143000"/>
            <a:ext cx="5852160" cy="18288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3108960"/>
            <a:ext cx="1828800" cy="50292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👤 User / Researcher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3108960"/>
            <a:ext cx="1920240" cy="50292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🤖 Google Gemini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325880"/>
            <a:ext cx="1645920" cy="45720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Register / Sign 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057400"/>
            <a:ext cx="1828800" cy="45720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Sign In / Authenticate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788920"/>
            <a:ext cx="2194560" cy="68580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Generate Research Paper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(Abstract, Intro, Analysis)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703320"/>
            <a:ext cx="2377440" cy="45720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Check Plagiarism &amp; Originality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4434840"/>
            <a:ext cx="1645920" cy="45720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Humanize AI 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5166360"/>
            <a:ext cx="2286000" cy="45720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Track Real-Time Word Count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880360"/>
            <a:ext cx="2011680" cy="50292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Automatic Model Failover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971800"/>
            <a:ext cx="822960" cy="292608"/>
          </a:xfrm>
          <a:prstGeom prst="roundRect">
            <a:avLst/>
          </a:prstGeom>
          <a:solidFill>
            <a:srgbClr val="27272A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D4D4D8"/>
                </a:solidFill>
              </a:defRPr>
            </a:pPr>
            <a:r>
              <a:t>requires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514600"/>
            <a:ext cx="1280160" cy="292608"/>
          </a:xfrm>
          <a:prstGeom prst="roundRect">
            <a:avLst/>
          </a:prstGeom>
          <a:solidFill>
            <a:srgbClr val="27272A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D4D4D8"/>
                </a:solidFill>
              </a:defRPr>
            </a:pPr>
            <a:r>
              <a:t>API Request/Response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2971800"/>
            <a:ext cx="822960" cy="292608"/>
          </a:xfrm>
          <a:prstGeom prst="roundRect">
            <a:avLst/>
          </a:prstGeom>
          <a:solidFill>
            <a:srgbClr val="27272A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D4D4D8"/>
                </a:solidFill>
              </a:defRPr>
            </a:pPr>
            <a:r>
              <a:t>Fallback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3794760"/>
            <a:ext cx="1280160" cy="292608"/>
          </a:xfrm>
          <a:prstGeom prst="roundRect">
            <a:avLst/>
          </a:prstGeom>
          <a:solidFill>
            <a:srgbClr val="27272A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D4D4D8"/>
                </a:solidFill>
              </a:defRPr>
            </a:pPr>
            <a:r>
              <a:t>NLP / Semantic 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3337560"/>
            <a:ext cx="228600" cy="18288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1554480"/>
            <a:ext cx="18288" cy="3840480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23160" y="1554480"/>
            <a:ext cx="228600" cy="18288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23160" y="2286000"/>
            <a:ext cx="228600" cy="18288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23160" y="3127248"/>
            <a:ext cx="228600" cy="18288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931920"/>
            <a:ext cx="228600" cy="18288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23160" y="4663440"/>
            <a:ext cx="228600" cy="18288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23160" y="5394960"/>
            <a:ext cx="228600" cy="18288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3127248"/>
            <a:ext cx="1280160" cy="18288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127248"/>
            <a:ext cx="1737360" cy="18288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2651760"/>
            <a:ext cx="3566159" cy="365759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0" y="3337560"/>
            <a:ext cx="4846320" cy="594359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